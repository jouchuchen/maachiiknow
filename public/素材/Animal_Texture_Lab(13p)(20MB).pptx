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6" d="100"/>
          <a:sy n="76" d="100"/>
        </p:scale>
        <p:origin x="95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自訂</PresentationFormat>
  <Paragraphs>0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xiangxue SSS</cp:lastModifiedBy>
  <cp:revision>2</cp:revision>
  <dcterms:created xsi:type="dcterms:W3CDTF">2006-08-16T00:00:00Z</dcterms:created>
  <dcterms:modified xsi:type="dcterms:W3CDTF">2026-04-09T10:52:04Z</dcterms:modified>
</cp:coreProperties>
</file>

<file path=docProps/ms-ppt-slide-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2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2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2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2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2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2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2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2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2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2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3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3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3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3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3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3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3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3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3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3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4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4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4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4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4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4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4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4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4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4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5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5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5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5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5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5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5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5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5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5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6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6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6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6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6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6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6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6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6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6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7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7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7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7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7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7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7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7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7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7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8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8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8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8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8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8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8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8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8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8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9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9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9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9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9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9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9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9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9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9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0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0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0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0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0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0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0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0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0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0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1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1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1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1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1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1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1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1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1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1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2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2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2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2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2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2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2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2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2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2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3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3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3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3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3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3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3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3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3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3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4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4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4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4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4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4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4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4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4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4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5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5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5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5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5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5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5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5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5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5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6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6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6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6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6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6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6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6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6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6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